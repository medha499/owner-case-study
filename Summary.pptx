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>
        <p:scale>
          <a:sx n="145" d="100"/>
          <a:sy n="145" d="100"/>
        </p:scale>
        <p:origin x="35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157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23560" y="1097280"/>
            <a:ext cx="914400" cy="36576"/>
          </a:xfrm>
          <a:prstGeom prst="rect">
            <a:avLst/>
          </a:prstGeom>
          <a:solidFill>
            <a:srgbClr val="9F1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9721" y="1545687"/>
            <a:ext cx="10881360" cy="1294757"/>
          </a:xfrm>
          <a:prstGeom prst="roundRect">
            <a:avLst>
              <a:gd name="adj" fmla="val 5161"/>
            </a:avLst>
          </a:prstGeom>
          <a:solidFill>
            <a:srgbClr val="FCE7EC"/>
          </a:solidFill>
          <a:ln w="1905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0757" y="1545686"/>
            <a:ext cx="2240280" cy="1294757"/>
          </a:xfrm>
          <a:prstGeom prst="rect">
            <a:avLst/>
          </a:prstGeom>
          <a:solidFill>
            <a:srgbClr val="9F1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9721" y="1522826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747295"/>
            <a:ext cx="8092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400" dirty="0"/>
              <a:t>Without scalable sales intelligence, reps lack the context to win calls and managers lack the data to identify and replicate winning patterns across the team</a:t>
            </a:r>
          </a:p>
          <a:p>
            <a:pPr>
              <a:lnSpc>
                <a:spcPct val="135000"/>
              </a:lnSpc>
            </a:pPr>
            <a:r>
              <a:rPr lang="en-US" sz="900" b="1" i="1" dirty="0"/>
              <a:t>A lack of scalable sales intelligence forces reps to call cold and managers to coach blind, creating a continuous loop of poor preparation and missed insights.</a:t>
            </a:r>
          </a:p>
        </p:txBody>
      </p:sp>
      <p:sp>
        <p:nvSpPr>
          <p:cNvPr id="10" name="Shape 8"/>
          <p:cNvSpPr/>
          <p:nvPr/>
        </p:nvSpPr>
        <p:spPr>
          <a:xfrm>
            <a:off x="516988" y="3296762"/>
            <a:ext cx="10881360" cy="1294757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0756" y="3282167"/>
            <a:ext cx="2240280" cy="1294757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988" y="34290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429000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two-view platform with a multi-agent AI backend. Reps get a screenplay-style call script personalized to each prospect's cuisine, top dish, and platform spend. Managers get pattern extraction across the team's calls - what works, what doesn’t- sliced by segment. Claude Opus orchestrates Haiku sub-agents for parallel call extraction; Tavily grounds account intel in live web research.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0757" y="5047837"/>
            <a:ext cx="10881360" cy="1215803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0756" y="5047836"/>
            <a:ext cx="2229245" cy="121580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988" y="5250063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5260614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 + RBACs (Google Workspace SSO, per-rep ACLs). UI polish - smoother loading, better empty states, mobile-optimized teleprompter. Real audio for similar wins (won-call recordings with consent + redaction; rep-voice cloning). Per-call AI-generated objections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175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Owner.com Sales Intelligence</dc:title>
  <dc:subject>PptxGenJS Presentation</dc:subject>
  <dc:creator>Sales Intelligence Case Study</dc:creator>
  <cp:lastModifiedBy>Dhir, Medha</cp:lastModifiedBy>
  <cp:revision>5</cp:revision>
  <dcterms:created xsi:type="dcterms:W3CDTF">2026-05-03T14:43:31Z</dcterms:created>
  <dcterms:modified xsi:type="dcterms:W3CDTF">2026-05-03T15:33:34Z</dcterms:modified>
</cp:coreProperties>
</file>